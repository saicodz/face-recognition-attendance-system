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4B"/>
                </a:solidFill>
                <a:latin typeface="Arial"/>
              </a:rPr>
              <a:t>Academic Standing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Academic Standing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5D7-432E-AAD5-B69BC2E184D4}"/>
              </c:ext>
            </c:extLst>
          </c:dPt>
          <c:dPt>
            <c:idx val="1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D7-432E-AAD5-B69BC2E184D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D7-432E-AAD5-B69BC2E184D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D7-432E-AAD5-B69BC2E184D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Grade B (Good)</c:v>
                </c:pt>
                <c:pt idx="1">
                  <c:v>Grade G (Average)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D7-432E-AAD5-B69BC2E18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46E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64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828" y="9190"/>
            <a:ext cx="54864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Shape 2"/>
          <p:cNvSpPr/>
          <p:nvPr/>
        </p:nvSpPr>
        <p:spPr>
          <a:xfrm>
            <a:off x="8924545" y="13877"/>
            <a:ext cx="219456" cy="514350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0042" y="470847"/>
            <a:ext cx="6387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kern="0" spc="300" dirty="0">
                <a:solidFill>
                  <a:schemeClr val="bg1"/>
                </a:solidFill>
                <a:latin typeface="Bahnschrift SemiLight Condensed" panose="020B0502040204020203" pitchFamily="34" charset="0"/>
                <a:ea typeface="Calibri" pitchFamily="34" charset="-122"/>
                <a:cs typeface="Calibri" pitchFamily="34" charset="-120"/>
              </a:rPr>
              <a:t>CHHATRAPATI SHIVAJI MAHARAJ UNIVERSITY PANVEL</a:t>
            </a:r>
            <a:endParaRPr lang="en-US" spc="300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 flipV="1">
            <a:off x="592752" y="768097"/>
            <a:ext cx="6079152" cy="0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3809" y="850392"/>
            <a:ext cx="35731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078992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
</a:t>
            </a:r>
            <a:r>
              <a:rPr lang="en-US" sz="4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FACE RECOGNITION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1828800" y="2788920"/>
            <a:ext cx="5486400" cy="0"/>
          </a:xfrm>
          <a:prstGeom prst="line">
            <a:avLst/>
          </a:prstGeom>
          <a:noFill/>
          <a:ln w="9525">
            <a:solidFill>
              <a:srgbClr val="3366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07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19" y="3566159"/>
            <a:ext cx="5926599" cy="411481"/>
          </a:xfrm>
          <a:prstGeom prst="rect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Saikumar Penke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F233005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Dr. Rahul Shingare  |  2025-2026</a:t>
            </a:r>
            <a:endParaRPr lang="en-US" sz="110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208E890A-265E-4856-008F-2F710ED48082}"/>
              </a:ext>
            </a:extLst>
          </p:cNvPr>
          <p:cNvSpPr/>
          <p:nvPr/>
        </p:nvSpPr>
        <p:spPr>
          <a:xfrm>
            <a:off x="8937212" y="5360"/>
            <a:ext cx="54864" cy="5143500"/>
          </a:xfrm>
          <a:prstGeom prst="rect">
            <a:avLst/>
          </a:prstGeom>
          <a:solidFill>
            <a:srgbClr val="42A5F5"/>
          </a:solidFill>
          <a:ln/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9057E51-9C94-313B-030B-0470B1963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446" y="36922"/>
            <a:ext cx="1747012" cy="1482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95" y="4595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56616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attendance systems are slow, error-prone, and vulnerable to proxy. This project presents an automated, real-time Attendance System using Face Recognition. It uses a webcam to detect faces, matches them against stored encodings, and records attendance to a Firebase cloud database — all without any manual input.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56616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527048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4813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is time-consuming and inefficient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002536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9568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proxy attendance by students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478024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43230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records are error-prone and hard to retrieve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953512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of attendance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429000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integration with digital student records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Batch 2023–2027 | Sem 6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6903A72-1513-1848-1CFF-E2191DA4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9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Attendance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roll-calls using real-time facial recognition via webcam.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16052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54864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69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Identification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3990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detected faces against pre-encoded student images with &gt;90% confidence threshold.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6052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54864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95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2491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attendance records to Firebase Realtime Database for instant cloud access.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16052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86000"/>
            <a:ext cx="54864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395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Proxy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72491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only physically present students are marked using biometric face data.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16052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54864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Logging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local backup CSV logs with student ID, name, and timestamp.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160520" cy="118872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54864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Mechanism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05079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cooldown prevents duplicate entries for the same student.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Using Face Recognition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9C1DD9D-0CE5-363F-81A9-6E8DF99C3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118872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0240" y="160020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1527048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1463040" cy="1188720"/>
          </a:xfrm>
          <a:prstGeom prst="rect">
            <a:avLst/>
          </a:prstGeom>
          <a:solidFill>
            <a:srgbClr val="1E88E5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138988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Locations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160020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527048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005840"/>
            <a:ext cx="1463040" cy="1188720"/>
          </a:xfrm>
          <a:prstGeom prst="rect">
            <a:avLst/>
          </a:prstGeom>
          <a:solidFill>
            <a:srgbClr val="00BCD4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40480" y="138988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Encoding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0" y="160020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1527048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005840"/>
            <a:ext cx="1463040" cy="1188720"/>
          </a:xfrm>
          <a:prstGeom prst="rect">
            <a:avLst/>
          </a:prstGeom>
          <a:solidFill>
            <a:srgbClr val="00897B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138988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Encodings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95160" y="160020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1527048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1005840"/>
            <a:ext cx="1463040" cy="1188720"/>
          </a:xfrm>
          <a:prstGeom prst="rect">
            <a:avLst/>
          </a:prstGeom>
          <a:solidFill>
            <a:srgbClr val="F57C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138988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423160"/>
            <a:ext cx="4023360" cy="228600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8163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 →  OpenCV frame capture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1638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  →  HOG / CNN detection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3557016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5112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file  →  stored encoding lookup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3904488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8587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DB  →  cloud attendance update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251960"/>
            <a:ext cx="109728" cy="10972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2062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 →  local backup log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2423160"/>
            <a:ext cx="4023360" cy="228600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93776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28620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0: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80760" y="2862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— waiting for face detection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37760" y="3300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1: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080760" y="33009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— face matched, logging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37760" y="37398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2: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080760" y="37398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attendance marked, info shown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937760" y="41788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3: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080760" y="4178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— already marked, wait timer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0" name="Text 4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Using Face Recognition</a:t>
            </a:r>
            <a:endParaRPr lang="en-US" sz="10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BB71AEE-210F-C60D-6AA1-AA3AD5390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1565C0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966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1E88E5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29260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9966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 &amp; image 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00BCD4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743200" cy="29260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6153912" y="9966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3258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128-D encoding (dlib)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F57C00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40280"/>
            <a:ext cx="2743200" cy="29260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22768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for attendance records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24028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E65100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240280"/>
            <a:ext cx="274320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2768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6060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of student images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24028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00897B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240280"/>
            <a:ext cx="2743200" cy="2926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6153912" y="22768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6060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of face encodings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2044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6A1B9A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20440"/>
            <a:ext cx="2743200" cy="2926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35570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8862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&amp; array 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52044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BF360C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520440"/>
            <a:ext cx="2743200" cy="29260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35570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module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8862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backup attendance logging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3520440"/>
            <a:ext cx="2743200" cy="1097280"/>
          </a:xfrm>
          <a:prstGeom prst="rect">
            <a:avLst/>
          </a:prstGeom>
          <a:solidFill>
            <a:srgbClr val="F0F4FF"/>
          </a:solidFill>
          <a:ln w="19050">
            <a:solidFill>
              <a:srgbClr val="546E7A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3520440"/>
            <a:ext cx="2743200" cy="29260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8" name="Text 36"/>
          <p:cNvSpPr/>
          <p:nvPr/>
        </p:nvSpPr>
        <p:spPr>
          <a:xfrm>
            <a:off x="6153912" y="35570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 IDE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38862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debugging environment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Using Face Recognition</a:t>
            </a: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927B6D8-C8AB-2313-949E-3B2808C2C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EncodeGenerator.py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21208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EncodeGenerator.py — Key Logic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imageFile in imageFiles: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cv2.imread(imagePath)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imgRGB = cv2.cvtColor(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img, COLOR_BGR2RGB)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locs = face_recognition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.face_locations(RGB)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 = face_recognition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.face_encodings(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imgRGB, locs)[0]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181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encodeList.append(enc)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3192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encodings to pickle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open('EncodeFile.p','wb') as f: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9227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pickle.dump([encList,ids], f)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914400"/>
            <a:ext cx="3017520" cy="374904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399032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1399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1072" y="1389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Folder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91072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student images from local disk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029968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2020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Firebase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91072" y="2276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images in Firebase Storage bucket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660904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660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2651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91072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HOG model to find face bounding boxes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3291840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91072" y="3282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Encodings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91072" y="3538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128-D numerical face vector per student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922776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3922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91072" y="3913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&amp; Save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91072" y="41696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[encodings, IDs] to EncodeFile.p (pickle)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Using Face Recognition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F92A613-647A-61B8-1582-7D9D99795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main.py — Core Recognition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21208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 — Face Matching Core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frame down for speed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= cv2.resize(frame, (0,0),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fx=0.25, fy=0.25)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= cv2.cvtColor(small, BGR2RGB)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faceLocs = face_locations(rgb)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faceEncs = face_encodings(rgb, locs)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enc, loc in zip(faceEncs, locs):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181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dists = face_distance(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3192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knownEncs, enc)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np.argmin(dists)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 = 1 - dists[best]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9227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matches[best] and conf&gt;0.50: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123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mark_attendance(studentId)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914400"/>
            <a:ext cx="3017520" cy="374904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1417320"/>
            <a:ext cx="45720" cy="2377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Scale Detection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80760" y="1645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shrunk to 25% for fast face_locations()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048256"/>
            <a:ext cx="45720" cy="2377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20208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80760" y="22768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accepts matches with confidence &gt; 50%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2679192"/>
            <a:ext cx="45720" cy="2377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2651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(30s)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80760" y="2907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attendance in same session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310128"/>
            <a:ext cx="45720" cy="2377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32826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CSV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080760" y="35387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logging: cloud DB and local CSV backup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0" y="3941064"/>
            <a:ext cx="45720" cy="23774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3913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Overlay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080760" y="4169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+ student info drawn on-screen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Using Face Recognition</a:t>
            </a:r>
            <a:endParaRPr lang="en-US" sz="1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1F5A562-E778-8A5D-8E21-F58C39EEC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Analysis</a:t>
            </a:r>
            <a:endParaRPr lang="en-US" sz="2800" dirty="0"/>
          </a:p>
        </p:txBody>
      </p:sp>
      <p:graphicFrame>
        <p:nvGraphicFramePr>
          <p:cNvPr id="5" name="Chart 1"/>
          <p:cNvGraphicFramePr/>
          <p:nvPr/>
        </p:nvGraphicFramePr>
        <p:xfrm>
          <a:off x="4663440" y="9144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3401568"/>
            <a:ext cx="192024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11480" y="34930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11480" y="40416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Detection Time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514600" y="3401568"/>
            <a:ext cx="192024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514600" y="34930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2514600" y="40416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Match Accuracy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17720" y="3401568"/>
            <a:ext cx="192024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617720" y="34930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617720" y="40416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Cooldown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20840" y="3401568"/>
            <a:ext cx="1920240" cy="1261872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720840" y="34930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720840" y="40416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Sync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9" name="Text 1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Using Face Recognition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15AA8E-AE6A-9799-29D8-F796ED49F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2DC009-446D-FADF-A654-EC2E575FA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996305"/>
            <a:ext cx="4069081" cy="2298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Conclusion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F0F4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435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OTP or PIN alongside face recognition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Optimization: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47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models for higher accuracy in varied lighting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59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4597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for real-time attendance 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Detection: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 even when wearing protective masks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4838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34838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Learning Management Systems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995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9959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reporting with attendance trends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F0F8FF"/>
          </a:solidFill>
          <a:ln w="6350">
            <a:solidFill>
              <a:srgbClr val="42A5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41732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Attendance System Using Face Recognition successfully automates attendance marking using real-time facial recognition.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Eliminated manual attendance process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Achieved reliable face identification at &gt;50% confidence threshold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Firebase for cloud-based real-time records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duplicate prevention via cooldown mechanism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logging: Firebase DB + local CSV backup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secure, efficient, and scalable solution for modern educational institutions.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 Using Face Recognition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E117D81-67D3-0725-BF14-695BF1382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6" y="27489"/>
            <a:ext cx="2125403" cy="7582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Acknowledgements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 flipV="1">
            <a:off x="457200" y="768096"/>
            <a:ext cx="4721337" cy="9144"/>
          </a:xfrm>
          <a:prstGeom prst="line">
            <a:avLst/>
          </a:prstGeom>
          <a:noFill/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109728" cy="109728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93268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et al. — "Automated Attendance Management using Face Recognition", IJSR 2013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08176"/>
            <a:ext cx="109728" cy="109728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533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Bhatti et al. — "Smart Attendance Management Using Face Recognition", EAI Transactions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09728" cy="109728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739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Kutty &amp; Mathai — "Face Recognition for Automated Attendance", IJARCSSE (Vol.7, Issue 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109728" cy="109728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945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et al. — "Student Attendance Using Face Recognition", ICTC Conference 2016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109728" cy="109728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6151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Wagh et al. — "Attendance using Eigenface &amp; PCA Algorithms", ICGCloT 2015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90672"/>
            <a:ext cx="109728" cy="109728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03580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Katara et al. — "Attendance System Using Face Recognition", IJRITCC Vol.5, Feb 2017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0" y="3566160"/>
            <a:ext cx="6400800" cy="105156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611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Saikumar Penke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Rahul Shingare  |  CSE Dept., CSMU Panvel  |  2025-2026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6D5EB1-706C-A7E7-0CE3-372EC9AF4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33" y="88392"/>
            <a:ext cx="2251023" cy="807720"/>
          </a:xfrm>
          <a:prstGeom prst="round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1094</Words>
  <Application>Microsoft Office PowerPoint</Application>
  <PresentationFormat>On-screen Show (16:9)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Bahnschrift SemiLight Condensed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System Using Face Recognition</dc:title>
  <dc:subject>PptxGenJS Presentation</dc:subject>
  <dc:creator>PptxGenJS</dc:creator>
  <cp:lastModifiedBy>shree salvi</cp:lastModifiedBy>
  <cp:revision>5</cp:revision>
  <dcterms:created xsi:type="dcterms:W3CDTF">2026-05-04T08:42:56Z</dcterms:created>
  <dcterms:modified xsi:type="dcterms:W3CDTF">2026-07-11T19:48:08Z</dcterms:modified>
</cp:coreProperties>
</file>